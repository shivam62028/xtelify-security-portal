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Xtelify Security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Enterprise Vulnerability Management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Web-based vulnerability management platform for enterprise security teams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Upload and process vulnerability scan reports (Excel, CSV, JSON)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Smart worksheet detection for multi-sheet Excel files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Real-time vulnerability tracking and status management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Team performance leaderboard with MTTR metrics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Export capabilities (Excel, PDF)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Role-based access control (Admin / Viewer)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React 19 - UI Framework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TypeScript - Type Safety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Vite 8 - Build Tool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TailwindCSS 4 - Styling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Recharts - Data Visualization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Lucide React - Icons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XLSX (SheetJS) - Excel Export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jsPDF - PDF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Python 3.x - Language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FastAPI - REST API Framework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Pandas - Data Processing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openpyxl - Excel Inspection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httpx - Async HTTP Client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LangSmith - AI Observability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JSON File - Database Storage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Docker + Nginx -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6289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BROWSER (React + TypeScript)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Dashboard  |  Charts (Recharts)  |  Upload Modal  |  Export (XLSX/PDF)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669280" y="3291840"/>
            <a:ext cx="731520" cy="6400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REST API (HTTP)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10362895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10058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BACKEND (FastAPI + Python)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/api/upload-report  |  /api/db  |  /api/leaderboard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Smart Worksheet Detection (openpyxl)  |  Data Processing (Pandas)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Storage: xtelify_db.json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GET  /api/db                    - Fetch all vulnerability records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POST /api/db                    - Add new vulnerability items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DELETE /api/db                  - Delete dataset by UploadBatch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POST /api/upload-report         - Upload &amp; process Excel/CSV/JSON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POST /api/upload-report-with-sheet - Upload with manual sheet selection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GET  /api/leaderboard           - Get team performance rankings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GET  /{path}                    - Serve frontend static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Data Flow: Upload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1. User selects Excel file in browser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2. Frontend sends FormData to /api/upload-report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3. Backend scans all worksheets using openpyxl (read-only mode)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4. Smart detection scores each sheet and selects the best one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5. Header row detected by scanning first 15 rows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6. Pandas reads selected sheet from header row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7. Column mapping applied (ID -&gt; IssueID, CVSSSeverity -&gt; Severity)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8. Records normalized and saved to xtelify_db.json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9. Frontend reloads to display new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Smart Worksheet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Positive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+3 pts: ID, Name, Severity, FindingStatus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+2 pts: Score, CVSSSeverity, WizURL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+1 pt: Other expected columns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+5 pts: More than 100 data rows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+3 pts: More than 50 data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Negative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-5 pts: 'Grand Total' in sheet name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-5 pts: 'Count of' in sheet name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-5 pts: 'Pivot' in sheet name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-3 pts: Fewer than 20 rows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Auto-selects highest scoring sheet!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Column Auto-Mapping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Supports multiple column naming conventions from different scanners: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112772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F3FC"/>
                </a:solidFill>
                <a:latin typeface="Consolas"/>
              </a:defRPr>
            </a:pPr>
            <a:r>
              <a:t>ID / IssueID / VulnID / CVE           -&gt;  IssueID</a:t>
            </a:r>
            <a:br/>
            <a:r>
              <a:t>CVSSSeverity / VendorSeverity / Risk  -&gt;  Severity</a:t>
            </a:r>
            <a:br/>
            <a:r>
              <a:t>FirstDetected / DetectedDate           -&gt;  DiscoveredDate</a:t>
            </a:r>
            <a:br/>
            <a:r>
              <a:t>WizURL / Link / Reference              -&gt;  ReferenceLinks</a:t>
            </a:r>
            <a:br/>
            <a:r>
              <a:t>Remediation / Resolution / Fix         -&gt;  RecommendedAction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Vulnerability Grouping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Frontend groups vulnerabilities by CVE/ID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Multiple assets affected by same vulnerability shown together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Expandable rows to see affected assets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Highest severity from group displayed</a:t>
            </a:r>
          </a:p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Status aggregated (Open if any asset is open)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112772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F3FC"/>
                </a:solidFill>
                <a:latin typeface="Consolas"/>
              </a:defRPr>
            </a:pPr>
            <a:r>
              <a:t>Example:</a:t>
            </a:r>
            <a:br/>
            <a:r>
              <a:t>CVE-2024-12345  |  Critical  |  5 Assets Affected</a:t>
            </a:r>
            <a:br/>
            <a:r>
              <a:t>CVE-2024-67890  |  High      |  12 Assets Affected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Leaderboard &amp; Gamification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Points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Critical fix: 100 base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High fix: 50 base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Medium/Low fix: 25 base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Speed Multiplier: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multiplier = SLA_hours / actual_hours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Faster fixes = More points!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Tier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Elite Guardian: &gt; 1800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SecOps Specialist: &gt; 1400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Patch Master: &gt; 1000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Green Horn: &lt; 1000 pts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Encourages fast remediation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and team competition!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Project File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112772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F3FC"/>
                </a:solidFill>
                <a:latin typeface="Consolas"/>
              </a:defRPr>
            </a:pPr>
            <a:r>
              <a:t>xtelify-security-portal-main/</a:t>
            </a:r>
            <a:br/>
            <a:r>
              <a:t>  app.py              - FastAPI backend (all API logic)</a:t>
            </a:r>
            <a:br/>
            <a:r>
              <a:t>  xtelify_db.json     - JSON database file</a:t>
            </a:r>
            <a:br/>
            <a:r>
              <a:t>  package.json        - Frontend dependencies</a:t>
            </a:r>
            <a:br/>
            <a:r>
              <a:t>  Dockerfile          - Docker build (Node + Nginx)</a:t>
            </a:r>
            <a:br/>
            <a:r>
              <a:t>  src/</a:t>
            </a:r>
            <a:br/>
            <a:r>
              <a:t>    App.tsx           - Main React app (~2700 lines)</a:t>
            </a:r>
            <a:br/>
            <a:r>
              <a:t>    main.tsx          - React entry point</a:t>
            </a:r>
            <a:br/>
            <a:r>
              <a:t>  dist/               - Production build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  Each vulnerability record in xtelify_db.json contains: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11277295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F3FC"/>
                </a:solidFill>
                <a:latin typeface="Consolas"/>
              </a:defRPr>
            </a:pPr>
            <a:r>
              <a:t>{</a:t>
            </a:r>
            <a:br/>
            <a:r>
              <a:t>  "IssueID": "CVE-2024-12345",</a:t>
            </a:r>
            <a:br/>
            <a:r>
              <a:t>  "DisplayID": "CVE-2024-12345",</a:t>
            </a:r>
            <a:br/>
            <a:r>
              <a:t>  "Severity": "Critical",</a:t>
            </a:r>
            <a:br/>
            <a:r>
              <a:t>  "Status": "Open",</a:t>
            </a:r>
            <a:br/>
            <a:r>
              <a:t>  "AssignedTo": "john.doe@company.com",</a:t>
            </a:r>
            <a:br/>
            <a:r>
              <a:t>  "DueDate": "2026-07-22",</a:t>
            </a:r>
            <a:br/>
            <a:r>
              <a:t>  "RecommendedAction": "Upgrade to version 3.1.5"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Deployment 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Development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Terminal 1 (Backend):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uvicorn app:app --reload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  --host 0.0.0.0 --port 8000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Terminal 2 (Frontend):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npm run 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Production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Option 1: Docker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docker build -t xtelify-portal .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docker run -p 80:80 xtelify-portal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Option 2: Combined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npm run build</a:t>
            </a:r>
          </a:p>
          <a:p>
            <a:pPr>
              <a:spcAft>
                <a:spcPts val="600"/>
              </a:spcAft>
              <a:defRPr sz="1700">
                <a:solidFill>
                  <a:srgbClr val="E2E8F0"/>
                </a:solidFill>
              </a:defRPr>
            </a:pPr>
            <a:r>
              <a:t>  uvicorn app:app --port 8000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Unified View: All vulnerabilities in one dashboard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Smart Processing: Auto-detects data format and columns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Actionable Insights: Charts, stats, and remediation priorities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Team Accountability: Leaderboard gamifies security work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Flexible Export: Excel and PDF reports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Offline-First: Works without internet (JSON file storage)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2200">
                <a:solidFill>
                  <a:srgbClr val="E2E8F0"/>
                </a:solidFill>
              </a:defRPr>
            </a:pPr>
            <a:r>
              <a:t>  Tech Stack: React + TypeScript + FastAPI + Pandas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